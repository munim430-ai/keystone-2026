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8FAFC"/>
                </a:solidFill>
                <a:latin typeface="Arial"/>
              </a:defRPr>
            </a:pPr>
            <a:r>
              <a:t>কিস্টোন এডুকেশন — বিজনেস মডেল ও পার্টনারশিপ</a:t>
            </a:r>
          </a:p>
          <a:p>
            <a:pPr>
              <a:spcAft>
                <a:spcPts val="2800"/>
              </a:spcAft>
              <a:defRPr sz="2200" b="1">
                <a:solidFill>
                  <a:srgbClr val="F59E0B"/>
                </a:solidFill>
                <a:latin typeface="Arial"/>
              </a:defRPr>
            </a:pPr>
            <a:r>
              <a:t>এজেন্সি-বিরোধী মডেল, সরাসরি ভর্তি এবং স্টুডেন্ট ফান্ডিং গাইড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Keystone Anti-Agency Blueprint  |  Narsingdi &amp; Gazipur Launch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আমাদের বিশ্ববিদ্যালয় ও রিজিওনাল ভিসা (F-2-R)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আমাদের পার্টনার বিশ্ববিদ্যালয়সমূহ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চংনাম ন্যাশনাল ইউনিভার্সিটি (Chungnam National) - ডেইজন (Daejeon)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সান মুন ইউনিভার্সিটি (Sun Moon KLI) - আসান (Asan, Chungnam)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কিউংসুং ইউনিভার্সিটি (Kyungsung University EAP) - বুসান (Busan)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উলসান কলেজ (Ulsan College D-2-1) - উলসান (Ulsan)</a:t>
            </a:r>
          </a:p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ইয়েউংজিন ইউনিভার্সিটি (Yeungjin University) - দেগু (Daegu)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বুসান ইনস্টিটিউট অফ সায়েন্স অ্যান্ড টেকনোলজি (BIST) - বুসান (Busan)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ভিসা ও বসবাসের বিশেষ সুবিধা (Moat)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ই-ভিসা (E-Visa) সুবিধা: এরা সবাই IEQAS ক্যাটাগরির অন্তর্ভুক্ত, তাই জটলা ছাড়াই দ্রুত অনলাইন ভিসা অনুমোদন পাওয়া যায়।</a:t>
            </a:r>
          </a:p>
          <a:p>
            <a:pPr>
              <a:spcAft>
                <a:spcPts val="12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F-2-R রিজিওনাল ভিসা: কোরিয়ার জনসংখ্যা-হ্রাসপ্রাপ্ত অঞ্চলে এই ক্যাম্পাসগুলোর অবস্থান। পড়াশোনা শেষ করলেই শিক্ষার্থীরা সেখানে চাকরি ও স্থায়ী বসবাসের আইনি সুবিধা পায়।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একাধিক প্রোগ্রাম চয়েস: KLP (ভাষা কোর্স), EAP (ইংরেজিতে ব্রিজ কোর্স), BBA এবং MBA পড়ার সুযোগ রয়েছে।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সেলফ-রেজিস্ট্রেশন: কোনো দালালের প্রয়োজন নেই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এজেন্সির চরম অসত্য বনাম বাস্তব সত্য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মিথ: এজেন্সিরা দাবি করে কোরিয়ান ইউনিভার্সিটিতে তাদের 'একচেটিয়া পার্টনারশিপ' আছে এবং সরাসরি আবেদন করলে রিজেক্ট হবে।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বাস্তব সত্য: প্রতিটি বিশ্ববিদ্যালয়ের নিজস্ব পাবলিক পোর্টাল (UWAY, Jinhak বা ওয়েবসাইট) আছে। যেকোনো যোগ্য ছাত্র সরাসরি আবেদন করতে পারে।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কেন থার্ড-পার্টি ব্রোকারকে পরিহার করবেন?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সাধারণ দালালরা ফাইলের অবস্থা লুকায় এবং প্রতিটি ধাপে ২.৫ লক্ষ+ টাকা অতিরিক্ত দাবি করে।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কিস্টোন এডুকেশনের ভ্যালু অ্যাডিশন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আমরা কোনো লুকোচুরি করি না। স্টুডেন্ট নিজেই পোর্টালে ফর্ম পূরণ করবে, আমরা শুধু গাইড করব।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আমাদের কাজ: অনুবাদ, সরকারি অ্যাপোস্টিল ভেরিফিকেশন এবং আমাদের পাইথন-ভিত্তিক 'audit.py' সফটওয়্যার দিয়ে ফাইল নিখুঁতভাবে অডিট করা।</a:t>
            </a:r>
          </a:p>
          <a:p>
            <a:pPr>
              <a:spcAft>
                <a:spcPts val="1000"/>
              </a:spcAft>
              <a:defRPr sz="1500" b="0">
                <a:solidFill>
                  <a:srgbClr val="94A3B8"/>
                </a:solidFill>
                <a:latin typeface="Arial"/>
              </a:defRPr>
            </a:pPr>
            <a:r>
              <a:t>- এর ফলে ফাইলের ভুল দূতাবাস ধরার আগেই সংশোধিত হয়।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আমাদের অনন্য প্রাইসিং মডেল ও স্টুডেন্ট গ্রান্ট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স্বচ্ছ সার্ভিস ফি স্ট্রাকচার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২০,০০০ টাকা অগ্রিম (Upfront Fee): ডকুমেন্ট অনুবাদ, নোটারি এবং সফটওয়্যার ভিত্তিক অডিটের জন্য। (ফালতু আবেদনকারী ফিল্টার করতে)।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১,৫০,০০০ টাকা ভিসা পাওয়ার পর (Post-Visa): ভিসা কনফার্ম হয়ে পাসপোর্টে স্ট্যাম্প লাগার পর আমরা এই ফি নিব। এর আগে কোনো টাকা না।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বিনিয়োগ পুনর্বন্টন (স্টুডেন্ট অনুদান)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কোরিয়াতে পৌঁছানোর পর শিক্ষার্থীদের সুবিধার জন্য এই ভিসোত্তর ফির বড় অংশ আমরা স্টুডেন্টকে ফেরত দিয়ে দিই।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শিক্ষার্থীকে অর্থ ফেরত দেওয়ার পদ্ধতি</a:t>
            </a:r>
          </a:p>
          <a:p>
            <a:pPr>
              <a:spcAft>
                <a:spcPts val="12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৯০,০০০ টাকা স্টাইপেন্ড: ভিসা ফি সংগ্রহের পর শিক্ষার্থীর কোরিয়ান ব্যাংক অ্যাকাউন্টে প্রথম ৬ মাসে মাসিক কিস্তিতে এই ৯০,০০০ টাকা স্টাইপেন্ড হিসেবে পাঠানো হবে।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৬০,০০০ টাকা সফ্ট-ল্যান্ডিং প্যাক: কোরিয়ায় পৌঁছানোর সাথে সাথে প্রয়োজনীয় জিনিসপত্র (সিম কার্ড, টি-মানি কার্ড, হাঁড়ি-পাতিল, প্রাথমিক বাজার ইত্যাদি) কেনার জন্য ব্যয় করা হবে।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অন্যান্য দেশ (যেমন মালয়েশিয়া, কানাডা):</a:t>
            </a:r>
          </a:p>
          <a:p>
            <a:pPr>
              <a:spcAft>
                <a:spcPts val="1000"/>
              </a:spcAft>
              <a:defRPr sz="1500" b="0">
                <a:solidFill>
                  <a:srgbClr val="94A3B8"/>
                </a:solidFill>
                <a:latin typeface="Arial"/>
              </a:defRPr>
            </a:pPr>
            <a:r>
              <a:t>- একই পদ্ধতিতে রি-ইনভেস্টমেন্ট এবং গ্রান্ট সেটআপ চালু থাকবে।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সুরক্ষিত এসক্রো ব্যাংক অ্যাকাউন্ট মেকানিজম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মূল সমস্যা: ব্যাংক স্টেটমেন্ট জালিয়াতি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অনেক সময় অভিভাবক বা দালাল ব্যাংক থেকে লোন নিয়ে স্টেটমেন্ট তুলেই টাকা তুলে নেয়।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কোরিয়ান দূতাবাস এটি চেক করে এবং ভিসা বাতিল বা রিজেক্ট করে দেয়।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কিস্টোন এসক্রো (K-Escrow) সমাধান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অভিভাবক কোরিয়ার ব্যাংক সমপরিমাণ টাকা ($10,000-$20,000) আমাদের পার্টনার ব্যাংকের এসক্রো (Escrow) অ্যাকাউন্টে রাখবেন।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কীভাবে এটি শিক্ষার্থীর ও দূতাবাসের আস্থা অর্জন করে?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ব্যাংক থেকে একটি 'Irrevocable Locked-Balance Certificate' দেওয়া হবে, যা নিশ্চিত করে ভিসা প্রসেসিং কালীন এই ফান্ড ব্লক থাকবে।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দূতাবাস ও বিশ্ববিদ্যালয় নিশ্চিত হয় যে ফান্ডটি আসল এবং শিক্ষার্থী কোরিয়ায় গিয়ে সমস্যায় পড়বে না।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অভিভাবকের টাকা সম্পূর্ণ সুরক্ষিত থাকে, কোনো দালাল এটি তুলতে পারে না। ভিসা হওয়ার পর টাকাটি কোরিয়াতে অবমুক্ত করা হয়।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কিস্টোনের প্রকৃত লাভ ও ব্যবসায়িক প্রবৃদ্ধি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১. অগ্রিম সার্ভিস ফি থেকে লাভ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শিক্ষার্থীর থেকে নেওয়া অগ্রিম ২০,০০০ টাকা আমাদের ফাইল রেডি করা, নোটারি এবং অ্যাপোস্টিল খরচের পরও নিট মার্জিন হিসেবে কাজ করে।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২. বড় মার্জিন: বিশ্ববিদ্যালয় কমিশন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কোরিয়ান বিশ্ববিদ্যালয়গুলো সরাসরি এডুকেশন পার্টনারদের প্রথম সেমিস্টারের টিউশন ফি'র ৮% থেকে ১২% কমিশন দেয়।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কমিশন মার্জিন যেভাবে বিভক্ত হয়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অ্যাপ্লাইবোর্ড (ApplyBoard): ৮% কমিশন পেলে আমরা ৪% শিক্ষার্থীকে ফেরত দিই (স্টাইপেন্ডের সাথে) এবং ৪% আমাদের নিট লাভ হিসেবে থাকে।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ডাইরেক্ট MOU (Direct MOU): সরাসরি চুক্তির মাধ্যমে ১২% কমিশন পেলে আমরা ৮% শিক্ষার্থীকে দিই এবং ৪% আমাদের লাভ থাকে।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৩. ব্যবসায়িক প্রবৃদ্ধির মূল ভিত্তি (Volume Moat)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যেহেতু আমরা শিক্ষার্থীদের টাকা ফেরত দিচ্ছি, অভিভাবক ও শিক্ষার্থীরা আমাদের ওপর সর্বোচ্চ আস্থা রাখবে। আমাদের লিড এবং ফাইল কনভার্সন দালালদের তুলনায় ১০ গুণ বৃদ্ধি পাবে।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আমাদের পরবর্তী পদক্ষেপ ও অপারেশন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অপারেশনাল প্রস্তুতি ও দায়িত্ব বণ্টন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১. ফারহাবি ৮০০+ আইইএলটিএস এবং স্পোকেন ইংলিশ সেন্টারে কল এবং ভিজিট করে পার্টনারশিপ নিশ্চিত করবেন।</a:t>
            </a:r>
          </a:p>
          <a:p>
            <a:pPr>
              <a:spcAft>
                <a:spcPts val="18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২. অ্যাপ্লাইবোর্ডের কানাডা/ইউকে ও অ্যাডেন্টাসের মালয়েশিয়া পোর্টাল অ্যাক্টিভেশন সম্পন্ন করা।</a:t>
            </a:r>
          </a:p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ফাইল অডিট ও ক্যাম্পেইন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৩. আমাদের পাইথন স্ক্রিপ্ট ব্যবহার করে ডকুমেন্টসের কিউআর কোড এবং স্পেলিং নিখুঁতভাবে চেক করা।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প্রচারণা ও সোশ্যাল মিডিয়া লঞ্চ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৪. পডকাস্ট ভিডিও সিরিজ তৈরি করে দালালদের লুকানো ফিজ এবং সরাসরি রেজিস্ট্রি পোর্টাল প্রকাশ করা।</a:t>
            </a:r>
          </a:p>
          <a:p>
            <a:pPr>
              <a:spcAft>
                <a:spcPts val="1000"/>
              </a:spcAft>
              <a:defRPr sz="1500" b="0">
                <a:solidFill>
                  <a:srgbClr val="F8FAFC"/>
                </a:solidFill>
                <a:latin typeface="Arial"/>
              </a:defRPr>
            </a:pPr>
            <a:r>
              <a:t>- ৫. অভিভাবক সেমিনারের আয়োজন করে কোরিয়াতে F-2-R এবং এসক্রো অ্যাকাউন্টের সুরক্ষা তুলে ধরা।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